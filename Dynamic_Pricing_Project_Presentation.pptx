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0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5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15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2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2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4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3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9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47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3733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9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14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75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16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2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85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565" y="3738506"/>
            <a:ext cx="6711654" cy="4195481"/>
          </a:xfrm>
        </p:spPr>
        <p:txBody>
          <a:bodyPr/>
          <a:lstStyle/>
          <a:p>
            <a:r>
              <a:rPr dirty="0"/>
              <a:t>Dataset: </a:t>
            </a:r>
            <a:r>
              <a:rPr dirty="0" err="1"/>
              <a:t>BookMyShow</a:t>
            </a:r>
            <a:r>
              <a:rPr dirty="0"/>
              <a:t> Ticket Sales Dataset</a:t>
            </a:r>
          </a:p>
          <a:p>
            <a:r>
              <a:rPr dirty="0"/>
              <a:t>Flow: Observe → Predict → Forecast</a:t>
            </a:r>
          </a:p>
          <a:p>
            <a:r>
              <a:rPr dirty="0"/>
              <a:t>Author: </a:t>
            </a:r>
            <a:r>
              <a:rPr lang="en-US" dirty="0"/>
              <a:t>Sampada </a:t>
            </a:r>
            <a:r>
              <a:rPr lang="en-US" dirty="0" err="1"/>
              <a:t>Shivhar</a:t>
            </a:r>
            <a:r>
              <a:rPr lang="en-US" dirty="0"/>
              <a:t> Swami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CAC8D-72E4-04C5-3285-082CC1591212}"/>
              </a:ext>
            </a:extLst>
          </p:cNvPr>
          <p:cNvSpPr txBox="1"/>
          <p:nvPr/>
        </p:nvSpPr>
        <p:spPr>
          <a:xfrm>
            <a:off x="321526" y="1721863"/>
            <a:ext cx="850094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300" b="1" dirty="0"/>
              <a:t>Dynamic Pricing Strategies </a:t>
            </a:r>
          </a:p>
          <a:p>
            <a:pPr algn="ctr"/>
            <a:r>
              <a:rPr lang="en-US" sz="4300" b="1" dirty="0"/>
              <a:t>For E-Commerce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Build data-driven pricing strategy system</a:t>
            </a:r>
          </a:p>
          <a:p>
            <a:r>
              <a:rPr lang="en-US" dirty="0"/>
              <a:t> </a:t>
            </a:r>
            <a:r>
              <a:rPr dirty="0"/>
              <a:t>Analyze ticket sales behavior</a:t>
            </a:r>
          </a:p>
          <a:p>
            <a:r>
              <a:rPr lang="en-US" dirty="0"/>
              <a:t> </a:t>
            </a:r>
            <a:r>
              <a:rPr dirty="0"/>
              <a:t>Predict demand using ML</a:t>
            </a:r>
          </a:p>
          <a:p>
            <a:r>
              <a:rPr lang="en-US" dirty="0"/>
              <a:t> </a:t>
            </a:r>
            <a:r>
              <a:rPr dirty="0"/>
              <a:t>Forecast future sales using ARIMA</a:t>
            </a:r>
          </a:p>
          <a:p>
            <a:r>
              <a:rPr lang="en-US" dirty="0"/>
              <a:t> </a:t>
            </a:r>
            <a:r>
              <a:rPr dirty="0"/>
              <a:t>Support real-world pricing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Date, Product ID, Category</a:t>
            </a:r>
          </a:p>
          <a:p>
            <a:r>
              <a:rPr dirty="0"/>
              <a:t>Ticket Price &amp; Discount %</a:t>
            </a:r>
          </a:p>
          <a:p>
            <a:r>
              <a:rPr dirty="0"/>
              <a:t>Competitor Price</a:t>
            </a:r>
          </a:p>
          <a:p>
            <a:r>
              <a:rPr dirty="0"/>
              <a:t>Inventory Level</a:t>
            </a:r>
          </a:p>
          <a:p>
            <a:r>
              <a:rPr dirty="0"/>
              <a:t>Units Sold, Revenue, Profit</a:t>
            </a:r>
          </a:p>
          <a:p>
            <a:r>
              <a:rPr dirty="0"/>
              <a:t>Season &amp; Day of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Revenue &amp; sales KPIs</a:t>
            </a:r>
          </a:p>
          <a:p>
            <a:r>
              <a:rPr dirty="0"/>
              <a:t>Seasonal trend analysis</a:t>
            </a:r>
          </a:p>
          <a:p>
            <a:r>
              <a:rPr dirty="0"/>
              <a:t>Heatmaps for weekday vs season</a:t>
            </a:r>
          </a:p>
          <a:p>
            <a:r>
              <a:rPr dirty="0"/>
              <a:t>Price sensitivity plots</a:t>
            </a:r>
          </a:p>
          <a:p>
            <a:r>
              <a:rPr dirty="0"/>
              <a:t>Inventory impact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&amp;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Random Forest for demand prediction</a:t>
            </a:r>
          </a:p>
          <a:p>
            <a:r>
              <a:rPr dirty="0"/>
              <a:t>Input-based simulator</a:t>
            </a:r>
          </a:p>
          <a:p>
            <a:r>
              <a:rPr dirty="0"/>
              <a:t>Revenue &amp; profit estimation</a:t>
            </a:r>
          </a:p>
          <a:p>
            <a:r>
              <a:rPr dirty="0"/>
              <a:t>ARIMA for 30-day forecasting</a:t>
            </a:r>
          </a:p>
          <a:p>
            <a:r>
              <a:rPr dirty="0"/>
              <a:t>Historical vs forecast trend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Higher price reduces demand</a:t>
            </a:r>
          </a:p>
          <a:p>
            <a:r>
              <a:rPr dirty="0"/>
              <a:t>Discounts boost weekday sales</a:t>
            </a:r>
          </a:p>
          <a:p>
            <a:r>
              <a:rPr dirty="0"/>
              <a:t>Seasonal spikes drive revenue</a:t>
            </a:r>
          </a:p>
          <a:p>
            <a:r>
              <a:rPr dirty="0"/>
              <a:t>Inventory planning is crucial</a:t>
            </a:r>
          </a:p>
          <a:p>
            <a:r>
              <a:rPr dirty="0"/>
              <a:t>Enables smart dynamic pricing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6E6E-0EBF-AAF7-FE20-F7A69255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2843378"/>
            <a:ext cx="7055380" cy="1400530"/>
          </a:xfrm>
        </p:spPr>
        <p:txBody>
          <a:bodyPr/>
          <a:lstStyle/>
          <a:p>
            <a:pPr algn="ctr"/>
            <a:r>
              <a:rPr lang="en-US" sz="4500" b="1" dirty="0"/>
              <a:t>Thank You!</a:t>
            </a:r>
            <a:endParaRPr lang="en-IN" sz="4500" b="1" dirty="0"/>
          </a:p>
        </p:txBody>
      </p:sp>
    </p:spTree>
    <p:extLst>
      <p:ext uri="{BB962C8B-B14F-4D97-AF65-F5344CB8AC3E}">
        <p14:creationId xmlns:p14="http://schemas.microsoft.com/office/powerpoint/2010/main" val="2186858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152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PowerPoint Presentation</vt:lpstr>
      <vt:lpstr>Project Overview</vt:lpstr>
      <vt:lpstr>Dataset &amp; Features</vt:lpstr>
      <vt:lpstr>Dashboard &amp; Analysis</vt:lpstr>
      <vt:lpstr>Machine Learning &amp; Forecasting</vt:lpstr>
      <vt:lpstr>Business Insights &amp; 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Aniket Walunj</cp:lastModifiedBy>
  <cp:revision>3</cp:revision>
  <dcterms:created xsi:type="dcterms:W3CDTF">2013-01-27T09:14:16Z</dcterms:created>
  <dcterms:modified xsi:type="dcterms:W3CDTF">2026-02-06T15:17:51Z</dcterms:modified>
  <cp:category/>
</cp:coreProperties>
</file>